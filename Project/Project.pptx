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48F80-A3C0-406A-AE62-276002A4078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4EEBA-DA61-44E9-BB6E-7F86D4F88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B523A-F6BF-0712-5112-B62D80D2A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69814-4D1C-2F4E-0252-AFDBFFD06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7C939-6EBD-3742-AA37-5F0929EC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0CB98-509F-451C-98FC-5F3E5BD9953D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DF69B-4313-B336-1331-C4ED2BB6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AADE2-FC50-ACAF-F1B8-9C8FD762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26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0EDD-DE3C-AD8E-E0EB-291A902B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EA5F-B4B0-8E39-17E3-FFBDCC7E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E4A66-3920-208A-BDC6-6E447326D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B119-6F3B-48B2-AB4F-8E3C3D02D0E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7CCDB-C993-C567-E2D5-84730931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13F75-A584-B19A-55FE-72EB5A01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0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DBFE-55AF-5CCB-4295-4DEC2397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C6AE-4078-969A-BEEA-3604D7933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7468E-E9D2-D274-E4BE-CE0232C3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3BAB7-DA73-4D59-8AE2-87BFAC4D03B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2E17-4E01-4322-AAE8-84B7C225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F834-BE82-3C1C-26D6-E0982068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9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EF3-4990-0374-29EF-2845A5E58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BB8A-BFAE-183E-3C06-3CF4396F7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E52BE-AFF0-EEE0-BC67-ED5FCCA5A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E2956-A9DA-7692-1A31-62226E6C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221C8-578D-4AE0-BB7B-33791F300B3A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9265F-DEF0-3A8A-C735-D0B46AC3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0831C-1E23-A028-F4B4-BF729B21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0C3D-424C-75D8-838C-5A2CDAEB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A994-5443-A80A-02E4-0EAB7083F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F25F2-1912-0D3F-4B8F-AF4D238ED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9F3EEF-6D4E-DFF9-7346-A1E83A2FA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8D9C6-3023-2990-4ADB-CEAFC9972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8CC2BC-FDE5-BE1C-335A-1FBC33E2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7091-9669-425C-8E32-E325331683A9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B2E4F-BE6C-0329-9BCC-0E9F664D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E5BA5-139C-6F2D-25C0-C5467BB4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2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1D11-789E-7A75-5243-341EA705E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9FBE97-B63A-746E-0FD8-87EB52F7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4A82D-B331-44EF-B7DF-4D23417A6B07}" type="datetime1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0DCC9-6181-12E7-1332-48B91A96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35B96-8434-5B25-81C7-ED36AE7F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27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531CA-0986-439D-EBE0-1760D165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9C571-4F2C-4963-8253-4FE77597E8CB}" type="datetime1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A83801-7BBA-9BEF-081B-4AF7226F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C210E-66F7-3F3E-B3D5-0BE0A95A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9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A79E-FC6E-B134-ACD0-3612B5FEC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DB38E-71C5-315E-4E30-8B6600BA2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0E695-08DC-0DA4-1718-65DBE4CD8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84AAD-2D57-F5E5-C93C-9839BBF1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A45D-7538-4EA6-9037-91ADA620F7C1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AA8FA-74DC-AB6A-DA45-BEF8C42F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CEEB8-68C9-98A2-561B-F9D17761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7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78AC6-0F41-7591-BD85-282DA830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3954F8-3050-BF84-1430-9529E79E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52CE3-9FA3-A590-2C91-E95125AC3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35695-2739-8555-3334-2F73B43B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37D2-11F7-454E-8A78-66BB62726752}" type="datetime1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455F8-A4E3-C018-6ABE-0D21FBD3C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A7638-A379-0CFB-784D-D8E82E7A2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0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24BE8-CE43-F04F-2F89-9410BBBB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CE4F9-FA53-F9BF-1DE4-488E7D8E7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FDA8-F05F-A424-D4B4-FD8CE5049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F2E04-1403-4C0D-B9BD-9F0F94ED88C4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CDC52-DC0C-F077-6BAB-AD2ACA09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E526-FB52-4C86-2F16-989860FC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4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465A67-639A-9EF9-C1D5-9DB040179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F208BB-5E18-94C9-43FA-16EEBEF85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3943-281B-B895-0EE7-1AB68DCBA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1CE7D-6FCE-40CD-90F2-0272C12771DC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F1767-8EF9-D7CB-FC94-410BCC07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356FD-504C-B454-9BD4-42FE19BF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B9AE0-4857-7BF1-34E3-79611198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BD6C7-ECD6-384C-400B-E5F0EED3D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9E1B5-BDF6-A9CD-2DFF-1E6C130D4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55E5D-4E33-48FE-BC92-65F157494A60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3A72D-CEF6-009D-0D47-1EB1799AE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43BE6-7100-07AE-A5C2-5ABA4FAF9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00679-C8FA-4874-8C13-1F36AE459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8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47A98-F496-31E4-A012-6D82638A8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6998" y="371593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dirty="0"/>
              <a:t>Functional Safety in TMS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6BEFB-2E2F-11EE-0F40-4C5E05BA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383" y="2984654"/>
            <a:ext cx="9460992" cy="31462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Team C</a:t>
            </a:r>
          </a:p>
          <a:p>
            <a:r>
              <a:rPr lang="en-US" dirty="0"/>
              <a:t>Maria </a:t>
            </a:r>
            <a:r>
              <a:rPr lang="en-US" dirty="0" err="1"/>
              <a:t>Anthonyos</a:t>
            </a:r>
            <a:endParaRPr lang="en-US" dirty="0"/>
          </a:p>
          <a:p>
            <a:r>
              <a:rPr lang="en-US" dirty="0"/>
              <a:t>Mohamad Abdo</a:t>
            </a:r>
          </a:p>
          <a:p>
            <a:r>
              <a:rPr lang="en-US" dirty="0"/>
              <a:t>Jonathan Bahry</a:t>
            </a:r>
          </a:p>
          <a:p>
            <a:endParaRPr lang="en-US" dirty="0"/>
          </a:p>
          <a:p>
            <a:r>
              <a:rPr lang="en-US" dirty="0"/>
              <a:t>Hamm-Lippstadt University of Applied Sciences</a:t>
            </a:r>
          </a:p>
          <a:p>
            <a:r>
              <a:rPr lang="de-DE" dirty="0"/>
              <a:t>Prof. Dr. –Ing. Ali Hayek</a:t>
            </a:r>
            <a:endParaRPr lang="en-US" dirty="0"/>
          </a:p>
          <a:p>
            <a:r>
              <a:rPr lang="en-US" dirty="0"/>
              <a:t>[15.01.2026]</a:t>
            </a:r>
          </a:p>
        </p:txBody>
      </p:sp>
    </p:spTree>
    <p:extLst>
      <p:ext uri="{BB962C8B-B14F-4D97-AF65-F5344CB8AC3E}">
        <p14:creationId xmlns:p14="http://schemas.microsoft.com/office/powerpoint/2010/main" val="19411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7FF3-3310-201F-D7BD-382443164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BF59-54D7-7927-EFCA-744D187C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084" y="1825625"/>
            <a:ext cx="5616916" cy="4351338"/>
          </a:xfrm>
        </p:spPr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FunSafe</a:t>
            </a:r>
            <a:r>
              <a:rPr lang="en-US" dirty="0"/>
              <a:t> TMS Overview </a:t>
            </a:r>
          </a:p>
          <a:p>
            <a:r>
              <a:rPr lang="en-US" dirty="0"/>
              <a:t>❗ Prototype fig we had yesterday</a:t>
            </a:r>
          </a:p>
          <a:p>
            <a:r>
              <a:rPr lang="en-US" dirty="0"/>
              <a:t>- used </a:t>
            </a:r>
            <a:r>
              <a:rPr lang="en-US" dirty="0" err="1"/>
              <a:t>Pmods</a:t>
            </a:r>
            <a:r>
              <a:rPr lang="en-US" dirty="0"/>
              <a:t> figs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33EDC-8EC9-9103-9E12-B556DA96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A7583-4FE8-4A8E-AE03-1BD913037922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AB33E-618A-35D1-BD95-40E44C53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1057-BAE5-3140-D13C-53978359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2</a:t>
            </a:fld>
            <a:endParaRPr lang="en-US"/>
          </a:p>
        </p:txBody>
      </p:sp>
      <p:pic>
        <p:nvPicPr>
          <p:cNvPr id="9" name="Content Placeholder 4" descr="A diagram of a safety system&#10;&#10;AI-generated content may be incorrect.">
            <a:extLst>
              <a:ext uri="{FF2B5EF4-FFF2-40B4-BE49-F238E27FC236}">
                <a16:creationId xmlns:a16="http://schemas.microsoft.com/office/drawing/2014/main" id="{77F6A26B-9260-D66E-083D-8EF2A3533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467" y="1646238"/>
            <a:ext cx="58754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1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E3AA1-32AC-DC44-C447-A4FEEA0E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 Diagram</a:t>
            </a:r>
            <a:endParaRPr lang="en-US" dirty="0"/>
          </a:p>
        </p:txBody>
      </p:sp>
      <p:pic>
        <p:nvPicPr>
          <p:cNvPr id="5" name="Content Placeholder 4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D00AA289-5D68-BADD-E45E-CB055446E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427" y="142579"/>
            <a:ext cx="5237147" cy="657889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E43916-3B3B-175A-A57D-1E7DC392934E}"/>
              </a:ext>
            </a:extLst>
          </p:cNvPr>
          <p:cNvSpPr txBox="1"/>
          <p:nvPr/>
        </p:nvSpPr>
        <p:spPr>
          <a:xfrm>
            <a:off x="643466" y="2362200"/>
            <a:ext cx="293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❗Image for COOL 7Seg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EC085-6705-F608-6DBB-E503D36E645D}"/>
              </a:ext>
            </a:extLst>
          </p:cNvPr>
          <p:cNvSpPr txBox="1"/>
          <p:nvPr/>
        </p:nvSpPr>
        <p:spPr>
          <a:xfrm>
            <a:off x="795867" y="4673600"/>
            <a:ext cx="278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❗ Image for STOP 7Seg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F49FC6E-DB32-6F7E-85C5-940EDE5F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319ED-E5EB-4067-A73D-3BCF12F0F4BE}" type="datetime1">
              <a:rPr lang="en-US" smtClean="0"/>
              <a:t>1/14/2026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F1B80DE-729B-D468-A78F-591DD5AC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09815F2-5F5D-2A57-DCE9-4ED3DD9F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0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765700D4-7408-397A-86D9-235DEB8C0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56" y="101600"/>
            <a:ext cx="11633251" cy="604149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77DD1-6898-B17F-FB13-4CD75EFC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Vivado</a:t>
            </a:r>
            <a:r>
              <a:rPr lang="en-US" dirty="0"/>
              <a:t> Block Diagram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3D8273-8388-E0B9-F8C6-A0AC497BFD66}"/>
              </a:ext>
            </a:extLst>
          </p:cNvPr>
          <p:cNvSpPr txBox="1"/>
          <p:nvPr/>
        </p:nvSpPr>
        <p:spPr>
          <a:xfrm>
            <a:off x="452387" y="4976261"/>
            <a:ext cx="35035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</a:t>
            </a:r>
            <a:r>
              <a:rPr lang="en-US" dirty="0" err="1"/>
              <a:t>Microblaze</a:t>
            </a:r>
            <a:endParaRPr lang="en-US" dirty="0"/>
          </a:p>
          <a:p>
            <a:r>
              <a:rPr lang="en-US" dirty="0"/>
              <a:t>2 Temp3 </a:t>
            </a:r>
            <a:r>
              <a:rPr lang="en-US" dirty="0" err="1"/>
              <a:t>Pmods</a:t>
            </a:r>
            <a:r>
              <a:rPr lang="en-US" dirty="0"/>
              <a:t> Ips</a:t>
            </a:r>
          </a:p>
          <a:p>
            <a:r>
              <a:rPr lang="en-US" dirty="0"/>
              <a:t>UART </a:t>
            </a:r>
            <a:r>
              <a:rPr lang="en-US" dirty="0" err="1"/>
              <a:t>pmod</a:t>
            </a:r>
            <a:endParaRPr lang="en-US" dirty="0"/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9D3BE-0EF6-4D4C-B8E7-D2DEDF47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3E69E-10A8-4C42-803D-A07BB7B83E1C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77BED-F09B-72F8-A195-EF300C4E7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E1FAF-AB6D-F9AC-50CF-4ECEAD140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7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6E46-213B-B8A0-7DA0-A2F574B64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Comparator &amp; 7Seg IPs</a:t>
            </a:r>
          </a:p>
        </p:txBody>
      </p:sp>
      <p:pic>
        <p:nvPicPr>
          <p:cNvPr id="4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2771DF60-B0A9-DEFE-860E-4012D5201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1" t="23811" r="7256" b="55953"/>
          <a:stretch/>
        </p:blipFill>
        <p:spPr>
          <a:xfrm>
            <a:off x="1058333" y="1594436"/>
            <a:ext cx="5960533" cy="2671965"/>
          </a:xfrm>
        </p:spPr>
      </p:pic>
      <p:pic>
        <p:nvPicPr>
          <p:cNvPr id="6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48C18CA0-10DB-ADE8-0859-9B4C28A13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6" t="14375" r="1279" b="76001"/>
          <a:stretch/>
        </p:blipFill>
        <p:spPr>
          <a:xfrm>
            <a:off x="1058333" y="4683862"/>
            <a:ext cx="7138832" cy="125502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2B55E-678D-DD1A-59BA-07F999509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CF7BC-DCAC-48AD-BDA4-9C70A148301A}" type="datetime1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8B06B-7315-8725-EDEC-AEA1B1E9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524814-2BD2-0599-D3D9-A6B0B2F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5</a:t>
            </a:fld>
            <a:endParaRPr lang="en-US"/>
          </a:p>
        </p:txBody>
      </p:sp>
      <p:pic>
        <p:nvPicPr>
          <p:cNvPr id="5" name="Content Placeholder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1621E054-76A5-CDCD-10C4-C7749DCC3D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0" t="2018" r="37144" b="1082"/>
          <a:stretch/>
        </p:blipFill>
        <p:spPr>
          <a:xfrm>
            <a:off x="8533723" y="1261718"/>
            <a:ext cx="2820077" cy="433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66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9FCE-3EA5-1DFA-06B1-AE26E3B67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</a:t>
            </a:r>
          </a:p>
        </p:txBody>
      </p:sp>
      <p:pic>
        <p:nvPicPr>
          <p:cNvPr id="8" name="Content Placeholder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119220E-EA11-BF3C-7525-8538EB87A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21" y="842168"/>
            <a:ext cx="6150733" cy="517366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36FE1-362B-4D2B-EFF4-927D0B6E1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B119-6F3B-48B2-AB4F-8E3C3D02D0E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1DC4A-DF42-6AF1-EFCB-E55ED097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2690-0E07-7614-8ECB-1F6A04B2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28BCB-BDD8-8213-1FD7-C51B6E1CDF9A}"/>
              </a:ext>
            </a:extLst>
          </p:cNvPr>
          <p:cNvSpPr txBox="1"/>
          <p:nvPr/>
        </p:nvSpPr>
        <p:spPr>
          <a:xfrm>
            <a:off x="965200" y="2159000"/>
            <a:ext cx="272645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Platform</a:t>
            </a:r>
          </a:p>
          <a:p>
            <a:r>
              <a:rPr lang="en-US" dirty="0"/>
              <a:t>2 Apps</a:t>
            </a:r>
          </a:p>
          <a:p>
            <a:r>
              <a:rPr lang="en-US" dirty="0"/>
              <a:t>2 Different Domains</a:t>
            </a:r>
          </a:p>
          <a:p>
            <a:r>
              <a:rPr lang="en-US" dirty="0"/>
              <a:t>2 UARTs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Challenges with:</a:t>
            </a:r>
            <a:br>
              <a:rPr lang="en-US" dirty="0"/>
            </a:br>
            <a:r>
              <a:rPr lang="en-US" dirty="0"/>
              <a:t>#include "</a:t>
            </a:r>
            <a:r>
              <a:rPr lang="en-US" dirty="0" err="1"/>
              <a:t>xparameters.h</a:t>
            </a:r>
            <a:r>
              <a:rPr lang="en-US" dirty="0"/>
              <a:t>“</a:t>
            </a:r>
          </a:p>
          <a:p>
            <a:r>
              <a:rPr lang="en-US" dirty="0"/>
              <a:t>- Search for XPAR</a:t>
            </a:r>
          </a:p>
          <a:p>
            <a:r>
              <a:rPr lang="en-US" dirty="0"/>
              <a:t>#include “</a:t>
            </a:r>
            <a:r>
              <a:rPr lang="en-US" dirty="0" err="1"/>
              <a:t>xgpio.h</a:t>
            </a:r>
            <a:r>
              <a:rPr lang="en-US" dirty="0"/>
              <a:t>“</a:t>
            </a:r>
          </a:p>
          <a:p>
            <a:r>
              <a:rPr lang="en-US" dirty="0"/>
              <a:t>- Used </a:t>
            </a:r>
            <a:r>
              <a:rPr lang="en-US" dirty="0" err="1"/>
              <a:t>xil_io.h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9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A78DF-6C2D-2C34-DA57-2A5B790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3762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MicroBlaze_0 &amp;1 Codes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B2EAEA-AA4D-0E5B-45CD-CDEC0E14F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979" t="8619" r="8051" b="3821"/>
          <a:stretch/>
        </p:blipFill>
        <p:spPr>
          <a:xfrm>
            <a:off x="306397" y="490201"/>
            <a:ext cx="3275003" cy="587759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2284C-383D-D07A-F9C4-7549120C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B119-6F3B-48B2-AB4F-8E3C3D02D0E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7A844-DEC4-2EA7-60BA-161BCC42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410FD-1F8E-A5A8-4E3B-49C65DB0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7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C7BFFE-0E60-90E5-F457-09DC47BDFE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107"/>
          <a:stretch/>
        </p:blipFill>
        <p:spPr>
          <a:xfrm>
            <a:off x="4198489" y="1399891"/>
            <a:ext cx="6411220" cy="132556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6363BCF-3A2E-8AE2-4E41-838C8E63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488" y="2843281"/>
            <a:ext cx="6411219" cy="339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64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1475-F17F-1751-C9BE-2EFDD214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Live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89B2-BAE5-09BA-0377-0BDDE7145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552EB-F051-D509-8A9E-00E5E2C3C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B119-6F3B-48B2-AB4F-8E3C3D02D0E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6C70-AB0E-19C7-B654-A672D375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1663E-C8C7-5719-B58B-4089CC33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48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BE2B-50AB-D23A-D6AF-9421C2A1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3C7CC-AAE7-4A80-C182-B8C09362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Jump to the Lab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F253C-3A7F-A95E-6B09-6E2EC9B94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B119-6F3B-48B2-AB4F-8E3C3D02D0E6}" type="datetime1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98EF6-5B6D-5512-8592-C55A003F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Advanced Hardware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F3729-83A3-1A2B-6F28-EAF449DD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0679-C8FA-4874-8C13-1F36AE459F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2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Functional Safety in TMS</vt:lpstr>
      <vt:lpstr>Intro</vt:lpstr>
      <vt:lpstr>Activity Diagram</vt:lpstr>
      <vt:lpstr>Vivado Block Diagram</vt:lpstr>
      <vt:lpstr>Comparator &amp; 7Seg IPs</vt:lpstr>
      <vt:lpstr>Vitis</vt:lpstr>
      <vt:lpstr>MicroBlaze_0 &amp;1 Codes</vt:lpstr>
      <vt:lpstr>Project Live 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Abdo</dc:creator>
  <cp:lastModifiedBy>Mohamed Abdo</cp:lastModifiedBy>
  <cp:revision>8</cp:revision>
  <dcterms:created xsi:type="dcterms:W3CDTF">2026-01-14T07:37:58Z</dcterms:created>
  <dcterms:modified xsi:type="dcterms:W3CDTF">2026-01-14T09:23:10Z</dcterms:modified>
</cp:coreProperties>
</file>